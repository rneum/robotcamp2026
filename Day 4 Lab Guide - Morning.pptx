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14"/>
  </p:notesMasterIdLst>
  <p:sldIdLst>
    <p:sldId id="713" r:id="rId4"/>
    <p:sldId id="919" r:id="rId5"/>
    <p:sldId id="1030" r:id="rId6"/>
    <p:sldId id="1031" r:id="rId7"/>
    <p:sldId id="1032" r:id="rId8"/>
    <p:sldId id="1033" r:id="rId9"/>
    <p:sldId id="1034" r:id="rId10"/>
    <p:sldId id="1036" r:id="rId11"/>
    <p:sldId id="1037" r:id="rId12"/>
    <p:sldId id="1035" r:id="rId13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3"/>
            <p14:sldId id="919"/>
            <p14:sldId id="1030"/>
            <p14:sldId id="1031"/>
            <p14:sldId id="1032"/>
            <p14:sldId id="1033"/>
            <p14:sldId id="1034"/>
            <p14:sldId id="1036"/>
            <p14:sldId id="1037"/>
            <p14:sldId id="10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FFFFFF"/>
    <a:srgbClr val="DE7E7A"/>
    <a:srgbClr val="C6531F"/>
    <a:srgbClr val="79C82A"/>
    <a:srgbClr val="C01338"/>
    <a:srgbClr val="C00000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0426" autoAdjust="0"/>
  </p:normalViewPr>
  <p:slideViewPr>
    <p:cSldViewPr>
      <p:cViewPr>
        <p:scale>
          <a:sx n="58" d="100"/>
          <a:sy n="58" d="100"/>
        </p:scale>
        <p:origin x="2312" y="12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7/27/2026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7025" y="700088"/>
            <a:ext cx="62039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587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478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69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7"/>
            <a:ext cx="7772400" cy="110299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0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90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920884"/>
            <a:ext cx="5111751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90" y="1601630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21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6" y="438150"/>
            <a:ext cx="8229600" cy="85725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390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90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1" y="920884"/>
            <a:ext cx="5111751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90" y="1601630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21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4036618" y="-131362"/>
            <a:ext cx="2571750" cy="68349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19150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2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2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1" y="3105150"/>
            <a:ext cx="561975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6" y="4171953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1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1" dirty="0"/>
              <a:t>Position/Role,</a:t>
            </a:r>
            <a:r>
              <a:rPr lang="en-US" sz="1051" baseline="0" dirty="0"/>
              <a:t> The University of Texas at Austin</a:t>
            </a:r>
            <a:endParaRPr lang="en-US" sz="1051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2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ftr="0" dt="0"/>
  <p:txStyles>
    <p:titleStyle>
      <a:lvl1pPr algn="l" defTabSz="914354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hf hdr="0" ftr="0" dt="0"/>
  <p:txStyles>
    <p:titleStyle>
      <a:lvl1pPr algn="l" defTabSz="457178" rtl="0" eaLnBrk="1" latinLnBrk="0" hangingPunct="1"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Arial"/>
          <a:ea typeface="+mj-ea"/>
          <a:cs typeface="+mj-cs"/>
        </a:defRPr>
      </a:lvl1pPr>
    </p:titleStyle>
    <p:bodyStyle>
      <a:lvl1pPr marL="342882" indent="-342882" algn="l" defTabSz="45717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1pPr>
      <a:lvl2pPr marL="742913" indent="-285737" algn="l" defTabSz="457178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2pPr>
      <a:lvl3pPr marL="1142942" indent="-228589" algn="l" defTabSz="457178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3pPr>
      <a:lvl4pPr marL="1600120" indent="-228589" algn="l" defTabSz="457178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4pPr>
      <a:lvl5pPr marL="2057298" indent="-228589" algn="l" defTabSz="457178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5pPr>
      <a:lvl6pPr marL="2514474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  <p:sldLayoutId id="2147483658" r:id="rId7"/>
  </p:sldLayoutIdLst>
  <p:hf hdr="0" ftr="0" dt="0"/>
  <p:txStyles>
    <p:titleStyle>
      <a:lvl1pPr algn="l" defTabSz="457178" rtl="0" eaLnBrk="1" latinLnBrk="0" hangingPunct="1"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"/>
          <a:ea typeface="+mj-ea"/>
          <a:cs typeface="+mj-cs"/>
        </a:defRPr>
      </a:lvl1pPr>
    </p:titleStyle>
    <p:bodyStyle>
      <a:lvl1pPr marL="342882" indent="-342882" algn="l" defTabSz="45717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13" indent="-285737" algn="l" defTabSz="457178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indent="-228589" algn="l" defTabSz="457178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indent="-228589" algn="l" defTabSz="457178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indent="-228589" algn="l" defTabSz="457178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ycrc.yale.edu/PIL/02-filedir/" TargetMode="External"/><Relationship Id="rId2" Type="http://schemas.openxmlformats.org/officeDocument/2006/relationships/hyperlink" Target="https://docs.python.org/3/tutorial/index.html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1" y="3105150"/>
            <a:ext cx="561975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2" y="4114803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1" cap="all" dirty="0">
                <a:latin typeface="Arial Black" charset="0"/>
              </a:rPr>
              <a:t>Ross </a:t>
            </a:r>
            <a:r>
              <a:rPr lang="en-US" sz="1051" cap="all" dirty="0" err="1">
                <a:latin typeface="Arial Black" charset="0"/>
              </a:rPr>
              <a:t>neuman</a:t>
            </a:r>
            <a:endParaRPr lang="en-US" sz="1051" cap="all" dirty="0">
              <a:latin typeface="Arial Black" charset="0"/>
            </a:endParaRP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1" dirty="0"/>
              <a:t>Assistant Professor of Practice, The University of Texas at Austin</a:t>
            </a: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2" y="457201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latin typeface="Arial Black" charset="0"/>
              </a:rPr>
              <a:t>Summer 2026</a:t>
            </a:r>
            <a:endParaRPr lang="en-US" sz="120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2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Longhorn </a:t>
            </a:r>
            <a:r>
              <a:rPr lang="en-US" dirty="0" err="1"/>
              <a:t>hapkit</a:t>
            </a:r>
            <a:endParaRPr lang="en-US" dirty="0"/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2" y="3333752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Lab guide #3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00" y="320041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A0D7-23A2-004C-B039-E774984B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more way to make a wall better:</a:t>
            </a:r>
            <a:br>
              <a:rPr lang="en-US" dirty="0"/>
            </a:br>
            <a:r>
              <a:rPr lang="en-US" dirty="0"/>
              <a:t>Visual Feedback of Stiffness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ACA7-088B-FB40-B7D8-59B8B96EA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1508749"/>
            <a:ext cx="5715000" cy="33909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trick: </a:t>
            </a:r>
            <a:r>
              <a:rPr lang="en-US" dirty="0"/>
              <a:t>never show the point passing into the surface, even if it is!</a:t>
            </a:r>
          </a:p>
          <a:p>
            <a:r>
              <a:rPr lang="en-US" dirty="0"/>
              <a:t>psychophysical studies have shown that this makes the surface appear stiffer to the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B0863-636B-DF46-A908-CD48716DC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66775"/>
            <a:ext cx="1977990" cy="41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09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AC75-481C-E5B7-78FC-400E96B7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6D97-54EC-502D-F381-134C44EC4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7620000" cy="33909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Let’s use Python to interact with the </a:t>
            </a:r>
            <a:r>
              <a:rPr lang="en-US" dirty="0" err="1"/>
              <a:t>hapkit</a:t>
            </a:r>
            <a:endParaRPr lang="en-US" dirty="0"/>
          </a:p>
          <a:p>
            <a:r>
              <a:rPr lang="en-US" dirty="0"/>
              <a:t>Open a new terminal tab or window (the one running </a:t>
            </a:r>
            <a:r>
              <a:rPr lang="en-US" dirty="0" err="1"/>
              <a:t>arduino</a:t>
            </a:r>
            <a:r>
              <a:rPr lang="en-US" dirty="0"/>
              <a:t> needs to keep running </a:t>
            </a:r>
            <a:r>
              <a:rPr lang="en-US" dirty="0" err="1"/>
              <a:t>arduino</a:t>
            </a:r>
            <a:r>
              <a:rPr lang="en-US" dirty="0"/>
              <a:t>, don’t mess with it)</a:t>
            </a:r>
          </a:p>
          <a:p>
            <a:r>
              <a:rPr lang="en-US" dirty="0"/>
              <a:t>You should be in your home directory when you do this</a:t>
            </a:r>
          </a:p>
          <a:p>
            <a:pPr lvl="1"/>
            <a:r>
              <a:rPr lang="en-US" dirty="0"/>
              <a:t>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/>
              <a:t>prints your working directory, which should read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/u/horns&lt;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/>
              <a:t>if you are in your home directory</a:t>
            </a:r>
          </a:p>
          <a:p>
            <a:pPr lvl="1"/>
            <a:r>
              <a:rPr lang="en-US" dirty="0"/>
              <a:t>A shortcut back to your home directory if you ever need is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~”</a:t>
            </a:r>
          </a:p>
        </p:txBody>
      </p:sp>
    </p:spTree>
    <p:extLst>
      <p:ext uri="{BB962C8B-B14F-4D97-AF65-F5344CB8AC3E}">
        <p14:creationId xmlns:p14="http://schemas.microsoft.com/office/powerpoint/2010/main" val="293182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1EAE-AB85-6A1D-9E67-58116065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FFF4-9B98-C699-3D67-B679B2B5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virtual environment is an isolated Python workspace for a specific project</a:t>
            </a:r>
          </a:p>
          <a:p>
            <a:r>
              <a:rPr lang="en-US" dirty="0"/>
              <a:t>It contains its own Python interpreter and installed packages</a:t>
            </a:r>
          </a:p>
          <a:p>
            <a:r>
              <a:rPr lang="en-US" dirty="0"/>
              <a:t>Packages installed in the </a:t>
            </a:r>
            <a:r>
              <a:rPr lang="en-US" dirty="0" err="1"/>
              <a:t>venv</a:t>
            </a:r>
            <a:r>
              <a:rPr lang="en-US" dirty="0"/>
              <a:t> do not affect the system Python installation</a:t>
            </a:r>
          </a:p>
          <a:p>
            <a:r>
              <a:rPr lang="en-US" dirty="0"/>
              <a:t>You can make as many as you need</a:t>
            </a:r>
          </a:p>
          <a:p>
            <a:r>
              <a:rPr lang="en-US" dirty="0"/>
              <a:t>If you want to share your project, you can create a dependency file (e.g., requirements.txt) so others can recreate the same environment</a:t>
            </a:r>
          </a:p>
          <a:p>
            <a:r>
              <a:rPr lang="en-US" dirty="0"/>
              <a:t>On these computers you need to be in one to install new Python packages</a:t>
            </a:r>
          </a:p>
        </p:txBody>
      </p:sp>
    </p:spTree>
    <p:extLst>
      <p:ext uri="{BB962C8B-B14F-4D97-AF65-F5344CB8AC3E}">
        <p14:creationId xmlns:p14="http://schemas.microsoft.com/office/powerpoint/2010/main" val="25649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0AE1-5A77-4102-E8DE-9DB42529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6ED1-86F7-B665-8DD3-534B1561F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your terminal type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python3 –m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/>
              <a:t>This creates a new folder named &lt;</a:t>
            </a:r>
            <a:r>
              <a:rPr lang="en-US" dirty="0" err="1"/>
              <a:t>myvenv</a:t>
            </a:r>
            <a:r>
              <a:rPr lang="en-US" dirty="0"/>
              <a:t>&gt; with its own Python executable and its own directories for installed packages</a:t>
            </a:r>
          </a:p>
          <a:p>
            <a:r>
              <a:rPr lang="en-US" dirty="0"/>
              <a:t>Activation scripts are installed</a:t>
            </a:r>
          </a:p>
          <a:p>
            <a:r>
              <a:rPr lang="en-US" dirty="0"/>
              <a:t>In the terminal type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source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&gt;/bin/activate</a:t>
            </a:r>
          </a:p>
          <a:p>
            <a:r>
              <a:rPr lang="en-US" dirty="0"/>
              <a:t>You now have activated the virtual environment in this terminal</a:t>
            </a:r>
          </a:p>
          <a:p>
            <a:r>
              <a:rPr lang="en-US" dirty="0"/>
              <a:t>You can download packages now</a:t>
            </a:r>
          </a:p>
        </p:txBody>
      </p:sp>
    </p:spTree>
    <p:extLst>
      <p:ext uri="{BB962C8B-B14F-4D97-AF65-F5344CB8AC3E}">
        <p14:creationId xmlns:p14="http://schemas.microsoft.com/office/powerpoint/2010/main" val="22376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FC5A-7401-8CA2-28B9-ABF010FF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PySerial</a:t>
            </a:r>
            <a:r>
              <a:rPr lang="en-US" dirty="0"/>
              <a:t>, Try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0306-DAF4-3DAB-3C2D-7CD756A6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your activated environment install </a:t>
            </a:r>
            <a:r>
              <a:rPr lang="en-US" dirty="0" err="1"/>
              <a:t>PySerial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pyserial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“pip” contacts the Python Package Index to find the </a:t>
            </a:r>
            <a:r>
              <a:rPr lang="en-US" dirty="0" err="1"/>
              <a:t>pyserial</a:t>
            </a:r>
            <a:r>
              <a:rPr lang="en-US" dirty="0"/>
              <a:t> package</a:t>
            </a:r>
          </a:p>
          <a:p>
            <a:r>
              <a:rPr lang="en-US" dirty="0"/>
              <a:t>It then downloads the package files and any required dependencies and installs into the currently active Python environment</a:t>
            </a:r>
          </a:p>
        </p:txBody>
      </p:sp>
    </p:spTree>
    <p:extLst>
      <p:ext uri="{BB962C8B-B14F-4D97-AF65-F5344CB8AC3E}">
        <p14:creationId xmlns:p14="http://schemas.microsoft.com/office/powerpoint/2010/main" val="337318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8C86-209D-8E6B-425E-311E2406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out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CB18-65FF-DDAF-21A7-48C9A0222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On the </a:t>
            </a:r>
            <a:r>
              <a:rPr lang="en-US" dirty="0" err="1"/>
              <a:t>github</a:t>
            </a:r>
            <a:r>
              <a:rPr lang="en-US" dirty="0"/>
              <a:t>, download or copy/paste into a text editor the “hapkitCommands.py” file</a:t>
            </a:r>
          </a:p>
          <a:p>
            <a:r>
              <a:rPr lang="en-US" dirty="0"/>
              <a:t>This file accompanies the </a:t>
            </a:r>
            <a:r>
              <a:rPr lang="en-US" dirty="0" err="1"/>
              <a:t>spring_wall_damper_ISR.ino</a:t>
            </a:r>
            <a:r>
              <a:rPr lang="en-US" dirty="0"/>
              <a:t> </a:t>
            </a:r>
            <a:r>
              <a:rPr lang="en-US" dirty="0" err="1"/>
              <a:t>arduino</a:t>
            </a:r>
            <a:r>
              <a:rPr lang="en-US" dirty="0"/>
              <a:t> sketch</a:t>
            </a:r>
          </a:p>
          <a:p>
            <a:r>
              <a:rPr lang="en-US" dirty="0"/>
              <a:t>Run the </a:t>
            </a:r>
            <a:r>
              <a:rPr lang="en-US" dirty="0" err="1"/>
              <a:t>arduino</a:t>
            </a:r>
            <a:r>
              <a:rPr lang="en-US" dirty="0"/>
              <a:t> sketch</a:t>
            </a:r>
          </a:p>
          <a:p>
            <a:r>
              <a:rPr lang="en-US" dirty="0"/>
              <a:t>In your terminal, navigate to the directory where you have placed “hapkitCommands.py” and type:</a:t>
            </a:r>
          </a:p>
          <a:p>
            <a:pPr marL="457176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hapkitCommands.py</a:t>
            </a:r>
          </a:p>
          <a:p>
            <a:r>
              <a:rPr lang="en-US" dirty="0"/>
              <a:t>You should now be able to command the </a:t>
            </a:r>
            <a:r>
              <a:rPr lang="en-US" dirty="0" err="1"/>
              <a:t>hapkit</a:t>
            </a:r>
            <a:r>
              <a:rPr lang="en-US" dirty="0"/>
              <a:t> from your terminal using python</a:t>
            </a:r>
          </a:p>
        </p:txBody>
      </p:sp>
    </p:spTree>
    <p:extLst>
      <p:ext uri="{BB962C8B-B14F-4D97-AF65-F5344CB8AC3E}">
        <p14:creationId xmlns:p14="http://schemas.microsoft.com/office/powerpoint/2010/main" val="306220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1E8D-108C-87C2-00B4-9CB9F52D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New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CF09-6261-17FF-D1BE-AA5C23A70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write new python scripts in any text editor and save the file with a .</a:t>
            </a:r>
            <a:r>
              <a:rPr lang="en-US" dirty="0" err="1"/>
              <a:t>py</a:t>
            </a:r>
            <a:r>
              <a:rPr lang="en-US" dirty="0"/>
              <a:t> extension</a:t>
            </a:r>
          </a:p>
          <a:p>
            <a:r>
              <a:rPr lang="en-US" dirty="0"/>
              <a:t>Looks like these computers have </a:t>
            </a:r>
            <a:r>
              <a:rPr lang="en-US" dirty="0" err="1"/>
              <a:t>vscode</a:t>
            </a:r>
            <a:r>
              <a:rPr lang="en-US" dirty="0"/>
              <a:t>, idle, vim, etc. so just take your pick</a:t>
            </a:r>
          </a:p>
        </p:txBody>
      </p:sp>
    </p:spTree>
    <p:extLst>
      <p:ext uri="{BB962C8B-B14F-4D97-AF65-F5344CB8AC3E}">
        <p14:creationId xmlns:p14="http://schemas.microsoft.com/office/powerpoint/2010/main" val="425609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3B11-1E13-BE1D-E6F5-7212FC16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76855-3D7B-AA9D-59A7-E75472B3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8481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Python tutorial </a:t>
            </a:r>
            <a:r>
              <a:rPr lang="en-US" dirty="0">
                <a:hlinkClick r:id="rId2"/>
              </a:rPr>
              <a:t>https://docs.python.org/3/tutorial/index.html</a:t>
            </a:r>
            <a:endParaRPr lang="en-US" dirty="0"/>
          </a:p>
          <a:p>
            <a:pPr lvl="1"/>
            <a:r>
              <a:rPr lang="en-US" dirty="0"/>
              <a:t>Feel free to use whatever tutorial you find useful</a:t>
            </a:r>
          </a:p>
          <a:p>
            <a:r>
              <a:rPr lang="en-US" dirty="0"/>
              <a:t>Navigating </a:t>
            </a:r>
            <a:r>
              <a:rPr lang="en-US" dirty="0" err="1"/>
              <a:t>linux</a:t>
            </a:r>
            <a:r>
              <a:rPr lang="en-US" dirty="0"/>
              <a:t> directories </a:t>
            </a:r>
            <a:r>
              <a:rPr lang="en-US" dirty="0">
                <a:hlinkClick r:id="rId3"/>
              </a:rPr>
              <a:t>https://docs.ycrc.yale.edu/PIL/02-filedir/</a:t>
            </a:r>
            <a:endParaRPr lang="en-US" dirty="0"/>
          </a:p>
          <a:p>
            <a:r>
              <a:rPr lang="en-US" dirty="0"/>
              <a:t>Python packages that may be useful </a:t>
            </a:r>
          </a:p>
          <a:p>
            <a:pPr lvl="1"/>
            <a:r>
              <a:rPr lang="en-US" b="1" dirty="0" err="1"/>
              <a:t>tkinter</a:t>
            </a:r>
            <a:r>
              <a:rPr lang="en-US" dirty="0"/>
              <a:t> is great for building GUIs and basic games</a:t>
            </a:r>
          </a:p>
          <a:p>
            <a:pPr lvl="1"/>
            <a:r>
              <a:rPr lang="en-US" b="1" dirty="0" err="1"/>
              <a:t>pygame</a:t>
            </a:r>
            <a:r>
              <a:rPr lang="en-US" dirty="0"/>
              <a:t> is more geared toward games, can do 3D</a:t>
            </a:r>
          </a:p>
          <a:p>
            <a:pPr lvl="2"/>
            <a:r>
              <a:rPr lang="en-US" b="1" dirty="0" err="1"/>
              <a:t>pygame.mixer</a:t>
            </a:r>
            <a:r>
              <a:rPr lang="en-US" b="1" dirty="0"/>
              <a:t> </a:t>
            </a:r>
            <a:r>
              <a:rPr lang="en-US" dirty="0"/>
              <a:t>can even add sound effects which can enhance haptic realism!</a:t>
            </a:r>
            <a:endParaRPr lang="en-US" b="1" dirty="0"/>
          </a:p>
          <a:p>
            <a:pPr lvl="1"/>
            <a:r>
              <a:rPr lang="en-US" b="1" dirty="0"/>
              <a:t>matplotlib</a:t>
            </a:r>
            <a:r>
              <a:rPr lang="en-US" dirty="0"/>
              <a:t> for more scientific visualization, plotting</a:t>
            </a:r>
          </a:p>
          <a:p>
            <a:pPr lvl="1"/>
            <a:r>
              <a:rPr lang="en-US" b="1" dirty="0" err="1"/>
              <a:t>pyqtgraph</a:t>
            </a:r>
            <a:r>
              <a:rPr lang="en-US" dirty="0"/>
              <a:t> good for live data streams</a:t>
            </a:r>
          </a:p>
          <a:p>
            <a:pPr lvl="1"/>
            <a:r>
              <a:rPr lang="en-US" b="1" dirty="0" err="1"/>
              <a:t>numpy</a:t>
            </a:r>
            <a:r>
              <a:rPr lang="en-US" dirty="0"/>
              <a:t> for fast, advanced math operations</a:t>
            </a:r>
          </a:p>
          <a:p>
            <a:pPr lvl="1"/>
            <a:r>
              <a:rPr lang="en-US" b="1" dirty="0" err="1"/>
              <a:t>scipy</a:t>
            </a:r>
            <a:r>
              <a:rPr lang="en-US" dirty="0"/>
              <a:t> for scientific computing (signal processing, filtering, optimization)</a:t>
            </a:r>
          </a:p>
          <a:p>
            <a:pPr lvl="1"/>
            <a:r>
              <a:rPr lang="en-US" b="1" dirty="0"/>
              <a:t>pandas</a:t>
            </a:r>
            <a:r>
              <a:rPr lang="en-US" dirty="0"/>
              <a:t> for data logging – save files as CSVs and whatnot</a:t>
            </a:r>
          </a:p>
          <a:p>
            <a:r>
              <a:rPr lang="en-US" dirty="0"/>
              <a:t>Some campers are also getting great results using HTML</a:t>
            </a:r>
          </a:p>
        </p:txBody>
      </p:sp>
    </p:spTree>
    <p:extLst>
      <p:ext uri="{BB962C8B-B14F-4D97-AF65-F5344CB8AC3E}">
        <p14:creationId xmlns:p14="http://schemas.microsoft.com/office/powerpoint/2010/main" val="378733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22C5-D3DA-E036-CAEE-EF185209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forth and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D6F43-25A7-DA38-7273-35565ACC6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This was a super simple example, but you can now use the vast world of python packages to create GUIs, games, link kits together, etc.</a:t>
            </a:r>
          </a:p>
          <a:p>
            <a:r>
              <a:rPr lang="en-US" dirty="0"/>
              <a:t>Feel free to use LLMs, but please try and read the code they generate to understand what is going on</a:t>
            </a:r>
          </a:p>
          <a:p>
            <a:pPr lvl="1"/>
            <a:r>
              <a:rPr lang="en-US" dirty="0"/>
              <a:t>Vibe code your hearts out if you want </a:t>
            </a:r>
            <a:r>
              <a:rPr lang="en-US" i="1" dirty="0"/>
              <a:t>but</a:t>
            </a:r>
            <a:endParaRPr lang="en-US" dirty="0"/>
          </a:p>
          <a:p>
            <a:pPr lvl="1"/>
            <a:r>
              <a:rPr lang="en-US" dirty="0"/>
              <a:t>Ask the LLM why things are the way they are!</a:t>
            </a:r>
          </a:p>
          <a:p>
            <a:r>
              <a:rPr lang="en-US" b="1" dirty="0"/>
              <a:t>Share</a:t>
            </a:r>
            <a:r>
              <a:rPr lang="en-US" dirty="0"/>
              <a:t> with the camp!</a:t>
            </a:r>
          </a:p>
          <a:p>
            <a:pPr lvl="1"/>
            <a:r>
              <a:rPr lang="en-US" dirty="0"/>
              <a:t>There’s new directory in the </a:t>
            </a:r>
            <a:r>
              <a:rPr lang="en-US" dirty="0" err="1"/>
              <a:t>github</a:t>
            </a:r>
            <a:r>
              <a:rPr lang="en-US" dirty="0"/>
              <a:t> called </a:t>
            </a:r>
            <a:r>
              <a:rPr lang="en-US" dirty="0" err="1"/>
              <a:t>camper_scripts</a:t>
            </a:r>
            <a:endParaRPr lang="en-US" dirty="0"/>
          </a:p>
          <a:p>
            <a:pPr lvl="1"/>
            <a:r>
              <a:rPr lang="en-US" dirty="0"/>
              <a:t>Upload your own folder with your required files and a readme to get people up to speed if they want to try it out on their own</a:t>
            </a:r>
          </a:p>
        </p:txBody>
      </p:sp>
    </p:spTree>
    <p:extLst>
      <p:ext uri="{BB962C8B-B14F-4D97-AF65-F5344CB8AC3E}">
        <p14:creationId xmlns:p14="http://schemas.microsoft.com/office/powerpoint/2010/main" val="238342971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69714</TotalTime>
  <Words>726</Words>
  <Application>Microsoft Office PowerPoint</Application>
  <PresentationFormat>On-screen Show (16:9)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16-9 Cover</vt:lpstr>
      <vt:lpstr>16-9 Light Background</vt:lpstr>
      <vt:lpstr>16-9 White Backgroud</vt:lpstr>
      <vt:lpstr>PowerPoint Presentation</vt:lpstr>
      <vt:lpstr>One more way to make a wall better: Visual Feedback of Stiffness</vt:lpstr>
      <vt:lpstr>Python!</vt:lpstr>
      <vt:lpstr>Virtual Environments</vt:lpstr>
      <vt:lpstr>Making a Virtual Environment</vt:lpstr>
      <vt:lpstr>Download PySerial, Try Example</vt:lpstr>
      <vt:lpstr>Try out an example</vt:lpstr>
      <vt:lpstr>Writing New Code</vt:lpstr>
      <vt:lpstr>Resources</vt:lpstr>
      <vt:lpstr>Go forth and create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Neuman, Ross M</cp:lastModifiedBy>
  <cp:revision>520</cp:revision>
  <cp:lastPrinted>2020-10-21T19:53:44Z</cp:lastPrinted>
  <dcterms:created xsi:type="dcterms:W3CDTF">2011-06-30T15:04:08Z</dcterms:created>
  <dcterms:modified xsi:type="dcterms:W3CDTF">2026-07-30T15:03:14Z</dcterms:modified>
  <cp:category/>
</cp:coreProperties>
</file>